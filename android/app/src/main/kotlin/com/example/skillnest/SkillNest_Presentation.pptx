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SkillNest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Local Service Finder &amp; Booking Platform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Requirements Specification &amp; System Architecture Design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Created: 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Scope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SkillNest is an on-demand directory connecting customers with local freelance service providers (electricians, plumbers, painters, etc.).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Platforms: Cross-platform mobile applications implemented using Flutter framework.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Backend Core: Runs on Firebase Authentication (secure logins) and Google Cloud Firestore (real-time NoSQL storage).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Differentiator: Interactive location-based searching combined with a secure OTP handshake verification flow to safeguard physical job transactions.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Features &amp; Role Separation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Panel: Custom searches, maps integration for city tagging, job booking, OTP tracking, payments, and ratings submission.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Worker Directory: Custom profile details, base64 photo processing, charges management, availability toggle (Online/Offline), requests acceptance, and verification.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OTP Handshake Protection: Secures the connection. Jobs are only validated when workers verify the customer's unique code on-site.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Engine: Dynamic transactional review execution updating workers' total counts and average ratings atomically.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Diagram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Actor: Initiates profiles, registers location coordinates, searches, requests bookings, and submits ratings.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Worker Actor: Manages availability status, updates hourly pricing charges, accepts jobs, and executes verification code entries.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Actor: Pulls global database lists for monitoring users, workers, and active transactions.</a:t>
            </a:r>
            <a:endParaRPr lang="en-US" sz="1800" dirty="0"/>
          </a:p>
        </p:txBody>
      </p:sp>
      <p:pic>
        <p:nvPicPr>
          <p:cNvPr id="4" name="Image 0" descr="C:\Project1\skillNest\android\app\src\main\kotlin\com\example\skillnest\UseCase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6858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Diagram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users collection: Core registry containing authentication credentials, location fields, and user roles.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workers collection: Sub-document extension for workers storing skill categories, charges, and ratings.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jobs collection: Pivot registry mapping transactions (payment status, OTP code, completion details).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reviews collection: Connects jobs to ratings feedback records.</a:t>
            </a:r>
            <a:endParaRPr lang="en-US" sz="1800" dirty="0"/>
          </a:p>
        </p:txBody>
      </p:sp>
      <p:pic>
        <p:nvPicPr>
          <p:cNvPr id="4" name="Image 0" descr="C:\Project1\skillNest\android\app\src\main\kotlin\com\example\skillnest\ER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6858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 (Level 0 - Context)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High-level depiction of input/output boundaries.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sends credentials, maps data, booking parameters, and completions.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Worker sends certifications, status toggles, and OTP entries.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System feeds matching provider lists, OTP warnings, and admin statistics.</a:t>
            </a:r>
            <a:endParaRPr lang="en-US" sz="1800" dirty="0"/>
          </a:p>
        </p:txBody>
      </p:sp>
      <p:pic>
        <p:nvPicPr>
          <p:cNvPr id="4" name="Image 0" descr="C:\Project1\skillNest\android\app\src\main\kotlin\com\example\skillnest\DFD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6858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Diagram (Level 1 - Detail)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Authentication &amp; Redirection (1.0): Validates logins.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Profile &amp; Coordinates Management (2.0): Compresses images &amp; updates Firestore.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Search &amp; Booking Engine (3.0, 4.0): Evaluates matching locations.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OTP verification &amp; Completion (5.0): Regulates job states.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Ratings Execution (6.0): Runs atomic calculation transactions.</a:t>
            </a:r>
            <a:endParaRPr lang="en-US" sz="1800" dirty="0"/>
          </a:p>
        </p:txBody>
      </p:sp>
      <p:pic>
        <p:nvPicPr>
          <p:cNvPr id="4" name="Image 0" descr="C:\Project1\skillNest\android\app\src\main\kotlin\com\example\skillnest\DF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6858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Sequence Diagram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 Request Phase: Customer submits a booking. System stores status as pending.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2. Acceptance: Worker accepts; system auto-rejects other requests, locks worker, and generates OTP.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3. Verification: Worker inputs customer's verbal OTP, unlocking 'In Progress' state.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4. Completion: Customer clicks complete, finalizing payment and resetting worker locks.</a:t>
            </a:r>
            <a:endParaRPr lang="en-US" sz="1800" dirty="0"/>
          </a:p>
        </p:txBody>
      </p:sp>
      <p:pic>
        <p:nvPicPr>
          <p:cNvPr id="4" name="Image 0" descr="C:\Project1\skillNest\android\app\src\main\kotlin\com\example\skillnest\Sequence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6858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Gantt Chart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4114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1 (Requirements): Requirements elicitation, SRS draft, and architectural diagram modeling.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2 (UI/UX Design): Style system configuration, location pickers, and screen views mockups.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3 (Core Services): Firebase authentication, jobs transaction engines, and OTP verifier integrations.</a:t>
            </a:r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Phase 4 (Testing &amp; Deployment): Regression tests, widget mocks, and building production bundles.</a:t>
            </a:r>
            <a:endParaRPr lang="en-US" sz="1800" dirty="0"/>
          </a:p>
        </p:txBody>
      </p:sp>
      <p:pic>
        <p:nvPicPr>
          <p:cNvPr id="4" name="Image 0" descr="C:\Project1\skillNest\android\app\src\main\kotlin\com\example\skillnest\Gantt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280160"/>
            <a:ext cx="68580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&amp; Test Cases Summary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/>
              <a:tblGrid>
                <a:gridCol w="1188720"/>
                <a:gridCol w="1645920"/>
                <a:gridCol w="4754880"/>
                <a:gridCol w="3657600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Area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Steps Summary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Result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TC-AUTH-02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 Sign 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Fill skills &amp; experience registry, click Register.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 doc created with isApproved=false, routes to WorkerHome.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TC-PROF-02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OSM Location Pick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 location point on map, trigger Geocode Save.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Coordinates translated to city string, updates in users profile doc.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TC-SCH-01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City Search Filter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 customer lookup page in city 'Guwahati'.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Displays approved, verified workers in same city. Busy workers filtered out.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TC-JOB-02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Acceptance Locking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 accepts booking ID.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shifts to accepted, generates OTP code, locks worker availability isWorking=true.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TC-JOB-03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OTP Handshake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Worker enters matching 6-digit Customer OTP.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otpVerified field set to true in Firestore. Work starts in progress.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TC-REV-01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Atomic Review Loop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submits 4-star review comments.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Calculates worker rating average atomically via transactions, increments counts.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Architecture Summary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Frontend Framework: Flutter (Dart SDK) using clean state toggles and streams architecture.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Mapping Integrations: flutter_map using OpenStreetMap tile provider API, and geocoding package for geographic reverse-lookup.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Architecture: Google Cloud Firestore (NoSQL, collection-based triggers and document references).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Authentication Engine: Firebase Auth, augmented with a custom OTP verifier flow for transaction safety.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Verification Standard: Full coverage via structured unit services tests and role-based interface scenario test guides.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2026-05-19T21:40:45Z</dcterms:created>
  <dcterms:modified xsi:type="dcterms:W3CDTF">2026-05-19T21:40:45Z</dcterms:modified>
</cp:coreProperties>
</file>